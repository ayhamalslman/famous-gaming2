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205ccceeb645e0" /><Relationship Type="http://schemas.openxmlformats.org/officeDocument/2006/relationships/extended-properties" Target="/docProps/app.xml" Id="R1140629ec2c94051" /><Relationship Type="http://schemas.openxmlformats.org/officeDocument/2006/relationships/officeDocument" Target="/ppt/presentation.xml" Id="R3ec7750876bc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49119485f64e50"/>
  </p:sldMasterIdLst>
  <p:notesMasterIdLst>
    <p:notesMasterId xmlns:r="http://schemas.openxmlformats.org/officeDocument/2006/relationships" r:id="R6946b15c552d41b8"/>
  </p:notesMasterIdLst>
  <p:sldIdLst>
    <p:sldId xmlns:r="http://schemas.openxmlformats.org/officeDocument/2006/relationships" id="256" r:id="Rce0a431a3ff341cc"/>
    <p:sldId xmlns:r="http://schemas.openxmlformats.org/officeDocument/2006/relationships" id="257" r:id="R55b22bfab77e4bc0"/>
    <p:sldId xmlns:r="http://schemas.openxmlformats.org/officeDocument/2006/relationships" id="258" r:id="R6741e2bcd2d1468d"/>
    <p:sldId xmlns:r="http://schemas.openxmlformats.org/officeDocument/2006/relationships" id="259" r:id="R3a82f82b8da54f05"/>
    <p:sldId xmlns:r="http://schemas.openxmlformats.org/officeDocument/2006/relationships" id="260" r:id="Rb98ea2f3a4e84a61"/>
    <p:sldId xmlns:r="http://schemas.openxmlformats.org/officeDocument/2006/relationships" id="261" r:id="Rb232c34f6c2d4191"/>
    <p:sldId xmlns:r="http://schemas.openxmlformats.org/officeDocument/2006/relationships" id="262" r:id="Rd16c2a03d6f441c6"/>
    <p:sldId xmlns:r="http://schemas.openxmlformats.org/officeDocument/2006/relationships" id="263" r:id="R80e5dddf96e54146"/>
    <p:sldId xmlns:r="http://schemas.openxmlformats.org/officeDocument/2006/relationships" id="264" r:id="R0ab25517a74c4ba5"/>
    <p:sldId xmlns:r="http://schemas.openxmlformats.org/officeDocument/2006/relationships" id="265" r:id="R9ba1a262324c4b65"/>
    <p:sldId xmlns:r="http://schemas.openxmlformats.org/officeDocument/2006/relationships" id="266" r:id="R3a371efdf7d8445a"/>
    <p:sldId xmlns:r="http://schemas.openxmlformats.org/officeDocument/2006/relationships" id="267" r:id="Rdce025e99aeb4e8a"/>
    <p:sldId xmlns:r="http://schemas.openxmlformats.org/officeDocument/2006/relationships" id="268" r:id="R6e5fb70a9e094325"/>
    <p:sldId xmlns:r="http://schemas.openxmlformats.org/officeDocument/2006/relationships" id="269" r:id="R374561348b4f49c8"/>
    <p:sldId xmlns:r="http://schemas.openxmlformats.org/officeDocument/2006/relationships" id="270" r:id="R492c374ddd654f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9119485f64e50" /><Relationship Type="http://schemas.openxmlformats.org/officeDocument/2006/relationships/theme" Target="/ppt/theme/theme1.xml" Id="R80000690b1be4a2b" /><Relationship Type="http://schemas.openxmlformats.org/officeDocument/2006/relationships/notesMaster" Target="/ppt/notesMasters/notesMaster1.xml" Id="R6946b15c552d41b8" /><Relationship Type="http://schemas.openxmlformats.org/officeDocument/2006/relationships/presProps" Target="/ppt/presProps.xml" Id="R3c13b8b0170e466a" /><Relationship Type="http://schemas.openxmlformats.org/officeDocument/2006/relationships/viewProps" Target="/ppt/viewProps.xml" Id="R38245660422d4d70" /><Relationship Type="http://schemas.openxmlformats.org/officeDocument/2006/relationships/tableStyles" Target="/ppt/tableStyles.xml" Id="Ra2bcb3dcf0744358" /><Relationship Type="http://schemas.openxmlformats.org/officeDocument/2006/relationships/slide" Target="/ppt/slides/slide1.xml" Id="Rce0a431a3ff341cc" /><Relationship Type="http://schemas.openxmlformats.org/officeDocument/2006/relationships/slide" Target="/ppt/slides/slide2.xml" Id="R55b22bfab77e4bc0" /><Relationship Type="http://schemas.openxmlformats.org/officeDocument/2006/relationships/slide" Target="/ppt/slides/slide3.xml" Id="R6741e2bcd2d1468d" /><Relationship Type="http://schemas.openxmlformats.org/officeDocument/2006/relationships/slide" Target="/ppt/slides/slide4.xml" Id="R3a82f82b8da54f05" /><Relationship Type="http://schemas.openxmlformats.org/officeDocument/2006/relationships/slide" Target="/ppt/slides/slide5.xml" Id="Rb98ea2f3a4e84a61" /><Relationship Type="http://schemas.openxmlformats.org/officeDocument/2006/relationships/slide" Target="/ppt/slides/slide6.xml" Id="Rb232c34f6c2d4191" /><Relationship Type="http://schemas.openxmlformats.org/officeDocument/2006/relationships/slide" Target="/ppt/slides/slide7.xml" Id="Rd16c2a03d6f441c6" /><Relationship Type="http://schemas.openxmlformats.org/officeDocument/2006/relationships/slide" Target="/ppt/slides/slide8.xml" Id="R80e5dddf96e54146" /><Relationship Type="http://schemas.openxmlformats.org/officeDocument/2006/relationships/slide" Target="/ppt/slides/slide9.xml" Id="R0ab25517a74c4ba5" /><Relationship Type="http://schemas.openxmlformats.org/officeDocument/2006/relationships/slide" Target="/ppt/slides/slide10.xml" Id="R9ba1a262324c4b65" /><Relationship Type="http://schemas.openxmlformats.org/officeDocument/2006/relationships/slide" Target="/ppt/slides/slide11.xml" Id="R3a371efdf7d8445a" /><Relationship Type="http://schemas.openxmlformats.org/officeDocument/2006/relationships/slide" Target="/ppt/slides/slide12.xml" Id="Rdce025e99aeb4e8a" /><Relationship Type="http://schemas.openxmlformats.org/officeDocument/2006/relationships/slide" Target="/ppt/slides/slide13.xml" Id="R6e5fb70a9e094325" /><Relationship Type="http://schemas.openxmlformats.org/officeDocument/2006/relationships/slide" Target="/ppt/slides/slide14.xml" Id="R374561348b4f49c8" /><Relationship Type="http://schemas.openxmlformats.org/officeDocument/2006/relationships/slide" Target="/ppt/slides/slide15.xml" Id="R492c374ddd654f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fdd5586837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af18036d0947e2" /><Relationship Type="http://schemas.openxmlformats.org/officeDocument/2006/relationships/notesMaster" Target="/ppt/notesMasters/notesMaster1.xml" Id="R4f190cf563f6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7c62405a3a483e" /><Relationship Type="http://schemas.openxmlformats.org/officeDocument/2006/relationships/notesMaster" Target="/ppt/notesMasters/notesMaster1.xml" Id="R581a0f94b544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2aa8f3c1c4d98" /><Relationship Type="http://schemas.openxmlformats.org/officeDocument/2006/relationships/notesMaster" Target="/ppt/notesMasters/notesMaster1.xml" Id="Rf750c2c1b994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e79dbe8a7e4a1f" /><Relationship Type="http://schemas.openxmlformats.org/officeDocument/2006/relationships/notesMaster" Target="/ppt/notesMasters/notesMaster1.xml" Id="R288a0953f7de4b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7d4c6267b4dad" /><Relationship Type="http://schemas.openxmlformats.org/officeDocument/2006/relationships/notesMaster" Target="/ppt/notesMasters/notesMaster1.xml" Id="R94ccbdce67e049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8d0b09acd4841" /><Relationship Type="http://schemas.openxmlformats.org/officeDocument/2006/relationships/notesMaster" Target="/ppt/notesMasters/notesMaster1.xml" Id="Rfeb82a1499224b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d750484b64f71" /><Relationship Type="http://schemas.openxmlformats.org/officeDocument/2006/relationships/notesMaster" Target="/ppt/notesMasters/notesMaster1.xml" Id="R35c704d71a74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24a86b397d442b" /><Relationship Type="http://schemas.openxmlformats.org/officeDocument/2006/relationships/notesMaster" Target="/ppt/notesMasters/notesMaster1.xml" Id="R98c5fcf39ff743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574c9312704366" /><Relationship Type="http://schemas.openxmlformats.org/officeDocument/2006/relationships/notesMaster" Target="/ppt/notesMasters/notesMaster1.xml" Id="R8fb441db4b3d46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6872e5c511491b" /><Relationship Type="http://schemas.openxmlformats.org/officeDocument/2006/relationships/notesMaster" Target="/ppt/notesMasters/notesMaster1.xml" Id="Rf05d4f79d1c24f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36208ca3894fb7" /><Relationship Type="http://schemas.openxmlformats.org/officeDocument/2006/relationships/notesMaster" Target="/ppt/notesMasters/notesMaster1.xml" Id="R77ff842d8e524a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ea088f3fd842a3" /><Relationship Type="http://schemas.openxmlformats.org/officeDocument/2006/relationships/notesMaster" Target="/ppt/notesMasters/notesMaster1.xml" Id="Re46d37a3ea8941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737f719a3048c3" /><Relationship Type="http://schemas.openxmlformats.org/officeDocument/2006/relationships/notesMaster" Target="/ppt/notesMasters/notesMaster1.xml" Id="R788c8e97569247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59d8f440334601" /><Relationship Type="http://schemas.openxmlformats.org/officeDocument/2006/relationships/notesMaster" Target="/ppt/notesMasters/notesMaster1.xml" Id="R8e6307b26f824b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d08c0f0a7ee41ff" /><Relationship Type="http://schemas.openxmlformats.org/officeDocument/2006/relationships/notesMaster" Target="/ppt/notesMasters/notesMaster1.xml" Id="Re93dccd9e1c4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a27fbd61841d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14d584e79654ba6" /><Relationship Type="http://schemas.openxmlformats.org/officeDocument/2006/relationships/slideLayout" Target="/ppt/slideLayouts/slideLayout2.xml" Id="Rc6a8aa83117b4d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a8aa83117b4d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e723f932eb4d1e" /><Relationship Type="http://schemas.openxmlformats.org/officeDocument/2006/relationships/image" Target="/ppt/media/image.jpeg" Id="R5660e6b0ddd04ebb" /><Relationship Type="http://schemas.openxmlformats.org/officeDocument/2006/relationships/notesSlide" Target="/ppt/notesSlides/notesSlide1.xml" Id="Rd2bfddd0e3d9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4022075516476b" /><Relationship Type="http://schemas.openxmlformats.org/officeDocument/2006/relationships/notesSlide" Target="/ppt/notesSlides/notesSlide2.xml" Id="Rdbeaa563a09c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8238fc1a04533" /><Relationship Type="http://schemas.openxmlformats.org/officeDocument/2006/relationships/notesSlide" Target="/ppt/notesSlides/notesSlide3.xml" Id="R5a2a1c4e7c9b47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2ee9e4262c452f" /><Relationship Type="http://schemas.openxmlformats.org/officeDocument/2006/relationships/notesSlide" Target="/ppt/notesSlides/notesSlide4.xml" Id="R30e9d1cb891e44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9ed0318244e61" /><Relationship Type="http://schemas.openxmlformats.org/officeDocument/2006/relationships/notesSlide" Target="/ppt/notesSlides/notesSlide5.xml" Id="R011094c9ea07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4cf8bf73494059" /><Relationship Type="http://schemas.openxmlformats.org/officeDocument/2006/relationships/image" Target="/ppt/media/image2.jpeg" Id="R1a6e70b81a054692" /><Relationship Type="http://schemas.openxmlformats.org/officeDocument/2006/relationships/notesSlide" Target="/ppt/notesSlides/notesSlide6.xml" Id="R719b20b3805e40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1c26d2aa14a77" /><Relationship Type="http://schemas.openxmlformats.org/officeDocument/2006/relationships/image" Target="/ppt/media/image3.jpeg" Id="R9abb72cb4e58484e" /><Relationship Type="http://schemas.openxmlformats.org/officeDocument/2006/relationships/notesSlide" Target="/ppt/notesSlides/notesSlide7.xml" Id="R1a0a84cb7658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b055a88474364" /><Relationship Type="http://schemas.openxmlformats.org/officeDocument/2006/relationships/notesSlide" Target="/ppt/notesSlides/notesSlide8.xml" Id="R3270203bfd7a45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b7b4eeb1d6420a" /><Relationship Type="http://schemas.openxmlformats.org/officeDocument/2006/relationships/notesSlide" Target="/ppt/notesSlides/notesSlide9.xml" Id="Rebdad07ec232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20e9103e324e61" /><Relationship Type="http://schemas.openxmlformats.org/officeDocument/2006/relationships/notesSlide" Target="/ppt/notesSlides/notesSlide10.xml" Id="R7731899c67a646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a69fd9cd64555" /><Relationship Type="http://schemas.openxmlformats.org/officeDocument/2006/relationships/notesSlide" Target="/ppt/notesSlides/notesSlide11.xml" Id="R6b5453742a124a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2320bc507241cf" /><Relationship Type="http://schemas.openxmlformats.org/officeDocument/2006/relationships/notesSlide" Target="/ppt/notesSlides/notesSlide12.xml" Id="Rd946e76bf91743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b1897cf5664189" /><Relationship Type="http://schemas.openxmlformats.org/officeDocument/2006/relationships/notesSlide" Target="/ppt/notesSlides/notesSlide13.xml" Id="Rdca2b4f559da40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2e6f6c46c4850" /><Relationship Type="http://schemas.openxmlformats.org/officeDocument/2006/relationships/notesSlide" Target="/ppt/notesSlides/notesSlide14.xml" Id="R26f509717dec4a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c115211d246a7" /><Relationship Type="http://schemas.openxmlformats.org/officeDocument/2006/relationships/notesSlide" Target="/ppt/notesSlides/notesSlide15.xml" Id="R421c902cb0844a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6B0D9-6914-4477-B3E2-5A1CBEE2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D8793-20FD-40D7-8B12-CB6F14CC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5B133-3209-4D6E-A3A2-0F71120D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008FB-A4F0-4F95-934E-388756DB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F5747-EB6D-4D72-A082-D39A74C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E4CE32-42B2-4BC2-9D20-7DFAFC09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Graduation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16CF-82E2-4D95-A023-96CFEB94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FAMOUS GAMING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3E794-CFBD-4A06-BEBA-F4A0EC9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0E8C5-FE8E-44C3-A333-8C4A8BE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full digital platform for managing the gaming-center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B6D80-2F01-4AC7-853D-8F1DA26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533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A university-ready web application that combines booking, store ordering, payment simulation, notifications, loyalty, and admin operations in one connected system.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A1A31-DA9B-4721-883B-C6B9D5A8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90C86-D04E-423D-8F6A-653B80F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Booking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6E656-E0EB-464F-B01A-42D29B48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B32A9-C396-4CAD-8F60-AB779745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0040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Store Module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63F1E-0E0A-4499-8B78-1439E70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137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A0410-16A5-4936-939D-5AD1EAB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04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Admin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D444C-40F4-4E45-AA82-27608B57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C2AF0-FCE4-46A3-B24F-90E119D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Payment 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AD601-4732-4A0D-918B-AB0FA8F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76350"/>
            <a:ext cx="49530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0e6b0ddd04ebb"/>
          <a:srcRect xmlns:a="http://schemas.openxmlformats.org/drawingml/2006/main" l="16391" t="0" r="16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352550"/>
            <a:ext cx="4800600" cy="3733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715F3-DA72-4796-803C-B4F7E05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26A59-0FD9-4B89-BF27-2C315B3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Premium gaming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A1348-7D2E-4A52-AC73-F41BA5AC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4345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EEFF"/>
                </a:solidFill>
                <a:latin typeface="Aptos"/>
                <a:ea typeface="Aptos"/>
                <a:cs typeface="Aptos"/>
              </a:rPr>
              <a:t>Customer-facing booking and operations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F5256-D749-4FF1-88FE-AC80816F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A17491-473A-436F-A8A6-12728302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EBF7B-241F-44D8-BDDB-5CF0C672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Core idea: turn a physical gaming center into a measurable, manageable, and premium digital service journey.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BC4F0-1CE4-4EB7-B26E-4B44073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1740E-03CC-4058-BC53-8FE59CC3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FAMOUS GAMING | project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4AFE48-3427-497F-A906-76D00156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755094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B79D6-1945-463B-83BE-BFDC4AF6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96868-1573-4CA2-B9D6-26002F1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49E4A-A504-4929-BABF-C01AD8CE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00453-925B-48D7-B303-A2257FB0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51049-E322-423D-8EA4-74AD167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6739E-143C-4034-A992-5F25BC82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Presentation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BDF7E-FA46-4A9A-A3EA-7DFCEAF7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739D3-D1FC-4FC1-9C8D-18366B7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8764A-3313-44C5-BAF3-A7DB5968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B6FAF-D7ED-430B-9214-1F6176CF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6C498-2B62-4493-B6DD-B6ACC50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1 | Business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92C6A-3F68-49CB-B9DD-11296F5C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3067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1. Problem and market need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2. Why this idea matters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3. Value for customer, owner, and staff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4. Revenue and operational perspective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B01DE-02B2-42F7-A5F8-DC9DE78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0F5B4-8270-4D37-AC0B-379020D9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A88D5-6E45-4DEE-BE3B-3BEBA127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906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2 | Product 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4EB9B-3536-4E8B-8202-8B1C9BA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3067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5. Booking flow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6. Store and add-ons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7. Payment logic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8. Notifications, tickets, and user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4D935-4030-4895-8750-BCD25AB9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19200"/>
            <a:ext cx="33909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C4087-EC32-446D-B6D2-31F2FBD7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219200"/>
            <a:ext cx="762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6F12C-2919-43D4-9B82-DAE1FC44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90650"/>
            <a:ext cx="3067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Part 3 | Technical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304A6-09BE-4D74-B842-413583A3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3067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9. Admin panel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10. Architecture and database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11. Security and validation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12. Closing, impact, and future growth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7C471-584E-448A-9A44-DF774EA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98D8B-88A6-4742-8D03-6DC5AB9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Business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9DC7EE-B499-442E-BDA5-FCB5684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967922-CD06-4C3F-B942-D365AABF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Demo-aware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6BFFD-F4A3-4889-9ECC-C50A9E3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79BAC-A3DE-4E8A-9CB3-C24EA15B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2457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Technical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BDA60-1A3B-480C-89F8-AF81C89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58917-37AF-4828-84A1-8BA625EB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40-minute presentation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8962A-45C8-49C6-90B5-92F5C1BC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</p:spTree>
    <p:extLst>
      <p:ext uri="{BB962C8B-B14F-4D97-AF65-F5344CB8AC3E}">
        <p14:creationId xmlns:p14="http://schemas.microsoft.com/office/powerpoint/2010/main" val="11486108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555A5-AB03-42E6-9C83-1B88759E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1A1CC-A8E6-451D-9F7C-311DC47B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4C735-1AA7-4E41-BCFF-B75B78FF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ABBA9-8DB3-4E3B-86C8-7047C4C5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D4874-3F64-4DE4-B9F9-1EE82015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17F55-4982-44EC-B1E8-9768689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Why this project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F7B74-47EA-4ABF-AFF3-5B41BD95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problem we are solving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18951-EEDE-465D-AAF0-7DE4882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73320-1D4C-4DA9-9023-B5CA3A22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14299-DF4C-4075-B66B-330CAEB3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2E285-8D2B-4DEB-B8D3-DE015AF6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Manual booking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05EC1-089C-47B8-9BAE-10503831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105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Gaming centers often depend on calls, messages, or in-person questions to check room availability. This creates delay, confusion, and lost sales.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03009-E070-4EE1-B54C-86313C79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FE73A-0FC7-4F2B-9D10-04F2F04F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0BDDA-D398-4D71-B794-8FB1DEF2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Weak operations visibility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A68B3-0C7C-4139-A04E-1109C829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105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Without a structured system, owners struggle to track room occupancy, payment follow-up, complaints, and daily activity in one place.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6D86A-4F4F-492D-9FC8-D1010BF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3429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7815B-B4B6-4690-8E08-4A8071D3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35B7C-CEF4-4D71-ACE5-07C083C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Missed cross-sell opportunities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F6B363-15CA-4C2C-9702-A52EAF96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3105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Food, accessories, and store products are often sold separately instead of being integrated into the same customer journey.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7F0E8-98F2-4C09-B205-EFC44C81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5334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E92E4F-3C96-477C-82CB-3E50AB6D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190B6-4B86-4387-B2F9-CB9C805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happens if the business stays manual?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04071D-254C-45D6-AC48-E9CB21D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5010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• Slower service and weaker customer trust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• More booking conflicts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• Harder payment reconciliation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• No centralized customer history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• Reduced upsell and repeat-visit potential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5AFFE-C2AE-4682-9DDF-E980F9F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5334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A2B30-F40B-4028-95A7-0F60C3C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762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1DB17-9E73-4A42-A0C1-62FF1B6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76650"/>
            <a:ext cx="501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Opportunity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24E58-8786-49BC-B26F-88BF2491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5010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Build one platform that behaves like an operations engine, not just a booking page: a system that supports discovery, booking, payment, support, and administration as one business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0163B9-4E1F-4611-878E-F71A6A8E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5456FA-138F-4559-B316-E7470BF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232F2-406F-4D0B-BD4B-21BDE266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Before the system: 3 calls to ask if the room is free. After the system: 3 clicks.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32C64F-231A-46F5-A7DE-6FF10BDB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6A99DE-6564-4B95-9B6D-E69195B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Business problem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1CA30F-EF26-4A9B-A217-88C62A97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</p:spTree>
    <p:extLst>
      <p:ext uri="{BB962C8B-B14F-4D97-AF65-F5344CB8AC3E}">
        <p14:creationId xmlns:p14="http://schemas.microsoft.com/office/powerpoint/2010/main" val="16415219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E24D7-0798-4D37-9FE8-30B31A48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65B9B-2F5F-493F-A4B0-3BF5496C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EDAD2-59D1-4B58-A08A-7622B952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DE38F-4B2B-4B3A-9B8E-2F18A875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D50E5-DEF6-40F0-87C0-B997F879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92099-EACD-4ABC-AB2C-12C3ED3D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Platform modules working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4126-8CB3-497A-8626-B498F6A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EB8B1-5975-444D-95D3-969D8E80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22DCD-333D-49DB-869E-50026DD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58255-07CB-4F54-924B-53365FED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2832A-1193-4CAF-A22B-180F6D1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Public website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294B3-975E-4A57-80B5-597C7389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Brand presence, service overview, room visibility, contact points, and multilingual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0A685-6B2D-467A-9183-26187AD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0FE68-6DFE-4C6D-9480-04AACF2E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B2DE6-719F-4357-B605-6734254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049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User area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84D1C-7A66-4D81-9D9D-FFB8790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Booking flow, basket, payment simulation, profile, notifications, tickets, loyalty, and order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17C1C-42DD-44A8-9B4F-AC910FC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D80F1-9EC3-4382-B846-4196E82F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B028C-F89D-4916-B7FF-85E3A36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Store module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02A70-5311-4492-BAEC-B89E48C2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Products, categories, stock-aware purchasing, cart flow, and order tracking.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666E0-2633-4B53-9B01-F923B5F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03B7B-DDD5-450A-9384-EF33AC6F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2689E-79B7-422B-AB3E-7C30DA4A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049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 panel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90D78-BF27-44B5-908E-2CFAB197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152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Rooms, bookings, store orders, payments, complaints, employees, and internal notifications.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96A2F-0FC0-4BE4-8E22-0C8DC4F5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047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159B6E-4BC9-40BB-ADE7-0955FA0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7EA38-754F-4DE7-8F8C-536070C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15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 chain across the full journey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A87200-B27D-4409-9915-481422E9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DF11B-2D26-4CD2-95AB-906EFA13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386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Discover the service -&gt; check rooms -&gt; book session -&gt; add food or products -&gt; choose payment -&gt; receive ticket -&gt; get admin follow-up when needed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FAF3F-9664-414C-8309-7C0A40CE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F8D1E0-C9D4-4445-8BE3-4D86B33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Every step updates the database and becomes visible to the right actor: customer, admin, or employee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052AE-6EA5-4CE6-865C-8F3EA3B6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354B5-31CC-477F-8D18-622B363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950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The platform creates one source of truth instead of disconnected pages and manual records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32958-BCD2-452C-89F0-56412825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F69E24-D609-4397-8163-1D1C9EC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System-level solution 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8D2A98-DD5A-4C53-B140-1C1217D1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</p:spTree>
    <p:extLst>
      <p:ext uri="{BB962C8B-B14F-4D97-AF65-F5344CB8AC3E}">
        <p14:creationId xmlns:p14="http://schemas.microsoft.com/office/powerpoint/2010/main" val="6821952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16F42-75B2-4C43-BC6B-7972D1C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55842-D8D8-4BFA-82A7-C3CD4AD7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F7D80-5C94-4FFE-9EBB-E6E774A5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1A0EC-21F2-4B3E-9DA3-DA0253BF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36B2A-D7B5-4783-BA6C-4FFE561F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0B54B-695A-4DC8-91A5-1E58BE8B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How the product feels end-to-end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C3B87-8274-4A6B-9EBC-A15903B4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35F35-B84D-49DC-9360-C7EE5C97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68E97-BE04-4764-B9F6-39FE0FA1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D5178-5655-465D-BD16-40D9C2F3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B6455-F3BB-42A8-9B52-88B98494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2062A-FCAC-44A0-BC52-22DF6448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A8387-3CDE-4353-A5F9-5C65D706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User lands on the website, understands the center, and explores rooms or services.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A8BB6-8C44-44EA-AAE8-1BF58EBD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1C998-3FDD-4F95-8167-495A3547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F7DDA-BC4F-4F38-93D3-D89BEDE2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F6A3D-2D04-4B19-9375-4269CB95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E7887-6838-4055-9015-FCC601D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User selects room, date, time, duration, and validates availability in real time.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47C2F-69DC-41F4-B899-C4C78EEA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54ED2-55E1-4812-B95E-4E53AFBE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859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06D9C-ECF2-4467-A94F-D58FC49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656BD-0C7B-4377-A8FE-C194E4CC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Enhance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222B3-76D9-477E-8432-DAD20A59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05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User adds snacks, drinks, or store purchases during the same journey.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2E3CD-354F-4B27-9F95-D010AC59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D3B27-3776-4EE2-B083-F42E3871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EE7E2-FB53-472D-9E14-46594F3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3D4421-C501-40E6-AC85-BAE3F70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3352C-6E32-46EA-8E2B-6B045F3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User selects Visa, Cash, or CliQ according to the business rules of the platform.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5408A-E6F4-4B1F-9CD3-6E1BF94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68E612-35B2-4BF9-A09F-E342797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42AF7C-C3DA-46F1-BD1E-E6B7D313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7CA34-E2A0-440A-A979-7696F998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AFE8A-E618-495B-AE23-22425E4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Ticket, booking status, and payment status stay visible in My Bookings.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8A01BC-FEBD-4E84-A977-3C115C66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DA2DB5-B239-4AFE-9A31-5F5CBD7A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2921A-E26A-4E2A-9AB2-DDCB2B6A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3200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E"/>
          </a:solidFill>
          <a:ln xmlns:a="http://schemas.openxmlformats.org/drawingml/2006/main" w="9525">
            <a:solidFill>
              <a:srgbClr val="314A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673804-06D0-408C-A7FE-D047FA2E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338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Return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C2D22E-8BC2-42A3-AC01-B945275E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Notifications, loyalty points, and account history support repeat usage.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F013D-5C12-4661-A806-9FB8A29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B2C9D4-0656-4928-8D63-9D83187A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579837-4143-45A6-937C-FB44A35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Important business insight: the smoother the journey, the easier it becomes to convert a visitor into a repeat customer.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5710C7-1209-41D6-9A9D-F1DF44FF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6AF933-FB4C-46F4-A95D-5690403B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User experience as business strategy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6F7AE5-E553-44E3-8E5C-83A5B49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5935812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2B02A-6793-4508-9119-D794E125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5F46-6D7A-40CD-AD8E-55B07B5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1E33D-811E-4004-A832-536A1C7A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8032-EF6B-49BE-90FD-6487A41C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C1326-C6C2-4B48-8FC5-A9F9573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FCCE2-FD32-436D-A52E-37EECD7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The heart of the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01BD9-3C06-49B3-B691-C9912C65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Booking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823F-E246-44CE-AE4C-EE4AC95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611DE-756E-424D-B869-7E3C5B43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e70b81a054692"/>
          <a:srcRect xmlns:a="http://schemas.openxmlformats.org/drawingml/2006/main" l="0" t="22545" r="0" b="22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428750"/>
            <a:ext cx="3943350" cy="3848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6B960-8F9F-4F4C-8D8D-25648CD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09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3B21D-B731-4DE1-BF0A-4279BF13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Room booking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61A5F-A5FD-429C-906D-20FB401B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EEFF"/>
                </a:solidFill>
                <a:latin typeface="Aptos"/>
                <a:ea typeface="Aptos"/>
                <a:cs typeface="Aptos"/>
              </a:rPr>
              <a:t>Visible rooms, clear status, and direct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00DCE-4765-491C-AB7E-3072D48A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6191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08BD-F9E4-4616-AF7A-8BA0254C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352550"/>
            <a:ext cx="762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7F295-09D9-4F53-B5C7-876B1A4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24000"/>
            <a:ext cx="586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Core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35BC4-CC90-4A35-A358-8F4C76B7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19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3BC3D-FEB2-4D68-B83A-48FE344A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Room selection, date, start time, and duration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BC2FD-B90A-4683-A9AB-B285F402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18A6A-D017-4C9A-8A72-697B19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Availability validation against existing bookings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86E6C-AB5B-43B4-8C07-83D6520F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51E8C-B607-45B8-A50D-A967B669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Business-hours checks and overlap prevention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3F0EDC-1B7D-4DF0-B519-7F4FAB7E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90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A056D-BD91-42CF-A58A-9C1AD06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14650"/>
            <a:ext cx="541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Optional add-ons included in the same booking 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EA725-1DCD-4D04-B988-CC5EFEE0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7343C-C3D3-4BDB-9577-EED07BE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623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805518-7B25-4661-95EA-A05D41C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7AADE-ACD3-479F-8AF3-8446267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2628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Fast reservation, fewer errors, visible payment state, and a stored ticket linked to the account.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D49248-236D-42E4-A1C7-7C0E07B0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2952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FC126E-6A55-479D-898A-4F33FC6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4CE41-8823-4D46-9C2D-EADE6DA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Owner 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FC006F-5690-4E73-B7B9-F4FBA418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95750"/>
            <a:ext cx="2628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Controlled capacity, fewer conflicts, traceable bookings, and clearer demand planning.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BE700-5F99-4E4D-90AB-9A0F02C4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1B52B-11A2-4534-9586-CE758094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Why booking is more than a 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FE5A1A-BE9C-47A8-8C35-3653937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14829162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833AB-4031-4645-B440-780D591C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7FE16-33B9-44B3-8D90-255D0910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27D7-87B0-4FF9-AB01-A3E8E884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20F2-DD60-4F76-BAD5-808E4C4D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0B5D3-0961-4153-B9CA-92C0E24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2B0EC-3D61-4E7E-B963-BF351913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From booking platform to revenue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C8737-96D0-4EC8-874E-B4E1E1C5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Store and add-ons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149D3-461A-4140-912D-24CFDBA1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121B5-098C-4ED6-AF0E-8AAAE84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362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A64FD-9DF9-43B0-83D2-D71402C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FFE26-7A6D-4945-8D7B-1051DEAA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Business impact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37E2F-EDFE-463C-ABE7-19D2C3A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AC1E-DE3C-4E35-BAA1-DC285D15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Store module adds a second revenue stream beyond room reservations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92A5C-6AC3-4944-9B95-887FCD92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B2E36-B672-417C-901B-0528291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Add-ons during booking increase basket size without forcing a separate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BDEDC-8369-4C24-BA19-BFB8367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9FDE6-87EE-4FBD-BE09-520939A8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Stock-aware checkout keeps the commercial side connected to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C58EB-CBBD-41DE-AB6C-4BA9309D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48E83-EADE-4E0D-9FFF-5FC8753B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24200"/>
            <a:ext cx="3505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Product categories organize the buying experience in a gaming-friendly 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EB4B1-6650-4488-8EEB-7EB0E0E6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14450"/>
            <a:ext cx="5905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5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b72cb4e58484e"/>
          <a:srcRect xmlns:a="http://schemas.openxmlformats.org/drawingml/2006/main" l="0" t="30408" r="0" b="304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0200" y="1390650"/>
            <a:ext cx="5753100" cy="3943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0E77B-E7A8-44CE-9AF7-854DCFF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0100"/>
            <a:ext cx="5905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7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9CD5D-3B7A-407A-8EA8-4937DF36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43450"/>
            <a:ext cx="560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Integrated store experience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54E41-A14E-4CEF-BD7C-E3B107B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91100"/>
            <a:ext cx="560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EEFF"/>
                </a:solidFill>
                <a:latin typeface="Aptos"/>
                <a:ea typeface="Aptos"/>
                <a:cs typeface="Aptos"/>
              </a:rPr>
              <a:t>Products, basket, modal details, and checkout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6B3B1-226F-4AFB-9B3E-0F3CB805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F5FCE-8101-4ADD-B3FD-775F5CA5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68950-357D-4459-A6C5-A6B6310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This is where the project stops being 'just a booking site' and becomes a business platform.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31053-E974-43EB-B9F0-E0CE0E9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2D803-7C6F-435B-8418-87F07D7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Commercial logic inside the user journey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F1E92-9DA3-42EE-B5BE-68C6220F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16798357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34C912-2480-4068-B35B-D4A3F50B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65268-25DB-412C-9752-C3AAF0A7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D6BEB-8A38-4B45-BCD7-FCF9BA94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9B17D-2276-4CD2-95F7-01599CE5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179D6-0957-4CE7-95A8-7A69E4CC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36B31-9DAA-4F3B-A347-2EF87B98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Different methods, different business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BBE33-0097-4EFD-AFAC-ACDE62F7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Payment simulation and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AE28C-8657-4E7E-B120-519DFCEC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EFF99-1AE8-4FE7-BC09-CA9A9C3D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26258-2196-4F55-BD5A-172126A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Method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94406-4413-4706-AAA5-81A44321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D8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2D8FF"/>
                </a:solidFill>
                <a:latin typeface="Aptos Display"/>
                <a:ea typeface="Aptos Display"/>
                <a:cs typeface="Aptos Display"/>
              </a:rPr>
              <a:t>Visa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5658D-4A7F-4116-9D1B-DDDA290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D8765-418B-47B8-BE92-B1B7E82E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Method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17A1A-1FD9-4B26-90F0-7B36FC2D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EE1A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EE1A6"/>
                </a:solidFill>
                <a:latin typeface="Aptos Display"/>
                <a:ea typeface="Aptos Display"/>
                <a:cs typeface="Aptos Display"/>
              </a:rPr>
              <a:t>Cash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DED5F-9CED-4449-A7BE-7DE7ACD2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FAC45-481A-4BC6-9D3E-C373707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Method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B900A-8D8B-422F-AB00-2955F97D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CliQ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5A495-CE64-4390-B64E-E54DD91B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1A785-AAB9-46FE-AA2A-431C054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6685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136E6-5EDA-4D9A-9C59-5D0036A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5735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DB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5DB1"/>
                </a:solidFill>
                <a:latin typeface="Aptos Display"/>
                <a:ea typeface="Aptos Display"/>
                <a:cs typeface="Aptos Display"/>
              </a:rPr>
              <a:t>Ticket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CFCF6F-6795-4628-AD10-E58EA5DE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1B6C3-282E-46A3-B1E2-11C621C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668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D99D7-1A12-48F0-9D99-DCD143B1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57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7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6B7D"/>
                </a:solidFill>
                <a:latin typeface="Aptos Display"/>
                <a:ea typeface="Aptos Display"/>
                <a:cs typeface="Aptos Display"/>
              </a:rPr>
              <a:t>Tracked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E193A-A0F9-4D2C-BEB0-F5C652B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429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B2057-85FC-4AD8-8D39-68D2A05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354F6-99E1-4F2B-83B1-88632BE7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Visa simulation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408963-2493-475E-9216-DBBB932E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05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Designed as the immediate paid path inside the project flow. It demonstrates how a successful digital payment would update booking data instantly.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FB848-23DE-442B-A30F-C87362B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429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ECA20F-0CCF-432B-9F6B-DDE2719E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1D7C76-20E3-4AAC-8A3A-F5200FE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Cash and CliQ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E58B1-66F5-4BC7-ABA4-1F8BBDAB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105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These methods stay under Pending Payment because they require real-world confirmation. This creates a more realistic operational control model.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A06C2-1D16-49E3-A902-05D763EE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34671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BF72E-D5C8-407B-BDDF-E12C2AA6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08289D-D3E7-4019-BE2C-2B34631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this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510192-35D8-4D35-8C84-B0691E1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1432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The platform does not treat all payment methods equally. Instead, it reflects the real business rule that some payments require manual confirmation from management.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70BBC0-4FCE-4EC8-81D7-5C0AC3A2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93FC55-83DC-46F9-8E72-7CCC5D6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Payment state as operational truth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6F0A11-1498-46B8-A363-DD6D80A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5812113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AC657-D5C0-4219-8570-E61EA00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B8B03-2D4E-49FD-97D3-D0A04467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36BDC-923B-489C-B6AB-69DEC3C3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375B9-1592-470D-97AE-4EEB465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ADE19-7182-4E1E-A072-3618EC7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8D1AD-B3E6-43AF-B2B2-5D6ECAA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Notifications, tickets, profile, loyalty, and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2C46A-561D-4E03-A75C-A4CFE28E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Retention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7A801-E169-478E-88AD-E43A88CB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B7384-FDFE-47B9-9C45-E71CA0AF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2609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266C8-ABB2-4AF5-88DB-92FE74FC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2176-3DB7-4C3A-A6BA-413084D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 Bookings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D86BF-7AB0-4C2C-AAF8-AE921F5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286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The customer can revisit reservations, payment state, and ticket details without needing customer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8DC67-5C0D-4EAC-83FB-D5CC4132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371600"/>
            <a:ext cx="2609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FA60E-3441-43F8-909F-20A98DA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44334-6F40-4706-9C2C-5EFBA1E4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543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C6102-0DD8-4431-9E98-B77329F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2286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Important updates are not hidden in the database. They are surfaced through a visible user/admin notification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C3A32-6E17-430B-9ABC-2D4D375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71600"/>
            <a:ext cx="26098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DD810-B980-4632-A3DC-35EEAB1D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1F98C-D591-4640-8465-1861948E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43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Loyalty and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C229C-66C3-40CF-81B9-4254E51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2286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The system stores identity, points, orders, and future value inside one account structure.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BA28F-FF05-4F80-A54F-5D61A3B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71600"/>
            <a:ext cx="2533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32081-41A3-472C-9D48-9D566AEF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7160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1E476-51EB-4947-B225-E55164FF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43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Feedback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C319FE-5751-4D19-A641-AF1DBF66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09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Complaints and support requests give the business a structured channel for continuous service improvement.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E2316-C80F-4474-ACD4-D446150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E1A73-12A8-4ECE-87E2-40CCA318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This layer transforms a one-time transaction into a reusable customer relationship.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C06F14-68C0-4DC4-9FDF-5655719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F6A85-A0D3-41A9-84AA-FCDB7A2D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007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increases trust because the user can see what happened before, during, and after the booking.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6466A-B082-4294-AA26-47F7A363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47F5C-E768-4417-A248-647595A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Retention and service continuity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8AC25-3399-4679-A1A2-88FF9A3F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7844401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A1CFD3-72A6-4EAA-BB73-4DF530F5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A4007-44BB-43EC-83FF-8FADDCF7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F9EF0-D1CA-47C6-BFBD-7D2D002A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E843E-722C-43B5-9FE4-D21B8370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1986A-250A-406A-9D5D-E7FC3520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0CA34-C43B-410E-8CB2-72927F2B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The operating layer behind the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11C39-9BCE-488E-9A5A-066AB86E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Admin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5F3F0-8184-4BB6-8287-37C503B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5B378-B7CB-4657-A025-4E4A346F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4290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DC8B3-C442-4530-BD1F-543B6D4B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FD62C-0860-4710-8DAE-58E8912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Operational domains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D39DB-5DE4-4A60-8CF0-5914AFE6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551A-AF5F-4DCB-A3C4-D3E95058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Rooms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691DA-9187-4357-84B0-3C6EE3C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FC482-DC21-4843-9E7B-956A376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Bookings CRUD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E81E1-1825-4A50-AFDF-A8ACCCD0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E0D88-B304-4C51-BD8E-86FD10F0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Store products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C5A22-E3E5-486B-A677-288400F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C302D-F84B-49D1-AA0F-4D24325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Store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8DB40-13CE-44B1-8293-04B5BC6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2055E-46C9-4DDA-98C0-A3A83F60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Complaints and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B0FB3-B8E1-4E8F-90E1-CA9B761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C30F3-034C-46AC-9610-4D0CD43D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Employees and 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BB9562-E00C-43F5-B58E-8FDF87BC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F160F0-2E51-4F34-B7B4-E3329A6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38600"/>
            <a:ext cx="2647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Notifications and updates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9DFF3-D834-4CA4-BC69-80788C3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3238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21F54-1F8D-4178-8596-8822C418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335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2B42E-187B-4135-ADF6-13922BB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2914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Managerial benefit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A4DC41-9AC3-4742-A7C7-333F51E6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29146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The dashboard turns operations into visible data: who booked, what was paid, which room is busy, what stock changed, and what needs follow-up.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DBD5B3-649C-44F4-8940-FC298709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33500"/>
            <a:ext cx="3429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E546C-7A98-4E12-93D7-7D29F076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335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723F9-CBCA-4D07-B42A-DD0B064F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Control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D84D7C-8153-4E80-8C54-1BE55AF7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105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Pending payment methods can be confirmed manually by the admin, allowing the system to reflect real cash-collection workflows.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61E587-50CC-4704-91A5-0136D05A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6934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FC3447-1573-4B2A-BB6E-E0CBE5B7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762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F979B-08CC-4CE3-9325-1DF14797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661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Why the admin side is academically strong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79CA8A-2CF6-4DA7-94E0-32859CB6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76700"/>
            <a:ext cx="66103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It proves that the project is not only front-end interaction. It includes management logic, status transitions, database updates, permissions, and operational decision support.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806B-7F4A-4C65-8415-34D7914B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84B20D-99EF-4734-9536-62B97F3D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Admin = system control, not just content editing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0C1599-8E22-4738-A18A-735A780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7607273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0AC0D-BBD0-4D97-BC0F-04224F7B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F2065-45F5-4C86-AF4E-B53D790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D68F2-1E36-454E-A6E6-C8CEB0BF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F8F65-C7BE-4B4F-8E39-C379EA6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EA5B5-6E4A-4A02-8CB1-A7E82EF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395CC-C423-4047-8441-7D5D2283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How the app creates value for the center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6029B-8666-48A6-8DAA-B01F52AE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Business 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36E1F-CE2C-4A5C-B3B7-064A321A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95584-DB56-44E3-A609-399B450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3429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BCCD5-11AB-45CF-BB11-CAEFEC76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34580-8B1B-479D-9F13-41C89DE2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Revenue streams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00779-2CBF-4398-85EB-B1057E39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33E97-12BC-4442-ABEA-163C084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Room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225D1-C44F-461A-92E1-9A70234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DF4E7-81B7-44C7-A83D-E2162C15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Snacks and drinks add-ons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8F6B5-7988-4AF8-9C3C-5172784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24F6E-B570-4D79-8D89-C2F4BE01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Store product 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EA50C-1638-45C3-A5B8-9028E157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18794-61E5-436E-A744-3EC5CB08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Higher return visits through loyalty and account retention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F55361-8CD6-4BCC-815E-4858108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3429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92C33-4782-4174-99D7-5D2B13C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7EC9C-63A1-4496-BBEF-883E7BF9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310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Cost reduction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EFA0E-EF93-4BAF-BA4D-F6F964B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6E7AA-017A-4132-A73B-6BEC2747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Less manual booking coordination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CF843-2E5F-4989-BCF8-485B52C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820F0-48F0-4858-85D6-082D861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Fewer room conflicts and payment ambiguities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D8A07F-571F-4614-93DC-C93A577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91C2B-DD2A-4CAF-B28C-A112480E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Better inventory awareness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504ED-CB89-43B4-A2C8-D4BE9B40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07A80-065B-48BC-8545-F5A8D1DB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Clearer complaint handling and follow-up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54694-ADB6-49B1-9367-A31B7D8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3505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D62F0-6346-4A75-8C7D-8590EE6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9065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9490E-770F-443E-A323-32B0688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KPIs the business can track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CE974E-0CC9-43BE-AF59-523593D4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EBC80F-4644-47FE-AAE5-784CD8E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Booking volume by room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BAAEF9-760A-4F46-AF2A-1D885F95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2F117-96A1-48B5-B9F3-77F23826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622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Average basket size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3D7F14-D8DE-4E06-9D60-3AB640F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0EF27A-3291-409D-B3B4-0C7BF4F1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Payment confirmation speed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DCE97B-50B5-414F-A946-8E8AEBEF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63E366-14F7-4126-A30E-858950A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Repeat-customer behavior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959F9A-E6B1-4249-A1C0-89934ED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3D36FA-281B-4DBE-85C1-0129F16A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337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Store stock turnover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510995-4303-4C68-8169-0B84F097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86F995-B5C1-497B-A1E4-A5608A8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082658-4010-400E-978F-66B37B63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Business takeaway: the app does not only digitize service; it improves monetization and operational discipline.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EF57FD-7617-4046-9229-5750EF1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A345E7-4372-4546-AA66-44792006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Business value beyond UI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EFFA79-3FF2-4889-9878-351AFB80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6838630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E0EF7-626F-40A4-9CB7-EAB0CE4F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DA21A-2EAA-4C10-AE43-68D32F1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C0F41-F432-4418-B32B-E5521CD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C5397-7113-4FE5-BD5C-F1573581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81DA0-9FA4-40B8-A1AB-8A49807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2483-F37F-4366-9128-5D43A7B1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How to present the system smoothly during the exam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0D9B2-3D4E-472C-BA2E-BF7BCEA3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Suggested live demo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CBDD9-A8DE-45D9-8292-6F77436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C8658-0317-4227-8333-15D12F2E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104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D166C-4D21-4F26-B146-8D4ADDD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50D86-545E-4E77-BF8E-EEF6AD7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725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E23BC-434B-4B75-9175-3CD9314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EA8E1-924C-40B6-89DE-8F351C78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Start from the home page and explain the project identity in 20 seconds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7F769-13FE-4C12-9BBD-613E848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FE233-DD7D-4F5B-A248-7D0330F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Open room booking and show availability, date/time selection, and add-ons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8CC32-C4F1-4545-9FE3-370FB505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0A60B-A791-4016-A1C7-235A6029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Move to payment and explain why Visa is immediate while Cash and CliQ are 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69331-9B51-4B47-A101-5EDD05D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6CF09-60CC-4427-8629-BED6D22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Open My Bookings to show that the ticket is linked to the user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7FAB7-9C35-49FC-B5A7-34F22B5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7CD8FC-A1C2-444C-AD19-F4FA9637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Show the store and explain basket + stock-aware order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35BB5-49DC-43B5-B1CC-1C26E80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8B4B1-09F4-45CA-9B26-33E37131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Switch to the admin dashboard and confirm how bookings, orders, and payment statuses are managed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09AAC-344A-4FD5-9A17-77ADB638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9F767D-1C30-41F1-B5F6-1B2FE634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10172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Finish by saying: this proves the project works as an integrated workflow, not isolated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73959-0AED-4D0E-8F4A-81AFF43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97D6A-4BF1-47DA-A50F-0166B5C7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Demo strategy for a strong exam impression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181D7-8BE8-4723-813D-22334303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12404710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802143-646B-43C9-84AD-24D9244D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8D52B-89C3-45A8-8602-A1D8A7E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A4137-19AB-4292-982C-D32E137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10057-1FCC-437A-902C-6B2E00C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BAF02-F132-4162-997A-96FFF49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8F903-37DC-42C7-A7E3-9E4B9015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How the system is organized internally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5841C-CBDA-4B72-967C-F30B9BFF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EA337-2276-4E07-A0AD-EB2C052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9B39C-DCC6-41B3-8574-0BB20654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370E2-3B51-4FE6-9C94-B385DDD2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807F6-C9B8-49F6-BB01-D3897F92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Presentation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D7049-15E8-4188-8251-9B43132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0574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Public pages, user pages, and admin pages with a unified design language and role-based navigation.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69576-14A7-4B7D-B2B1-24FF7FD6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8924C-77C1-47E3-9BFD-4A98A3B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AB80B-B785-4830-89EC-198AC345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81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B80F51-8282-4D05-99ED-55C2AAD7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43100"/>
            <a:ext cx="20574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Shared PHP functions handle validation, booking rules, payments, notifications, stock updates, and account utilities.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AAA20-A08D-4C99-9025-64C796B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09700"/>
            <a:ext cx="238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E478D-A419-4DB0-9D54-D36DC910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59D35-B551-4AE2-8524-817708A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Persistence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2261C-4F55-431A-BF28-FDFC889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43100"/>
            <a:ext cx="20574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MySQL stores users, rooms, bookings, booking items, store orders, order items, complaints, notifications, and admin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DC18B-6EE8-4E0D-ACD9-652E97C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3048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B32DD-AB1F-4CDA-A4A3-FEE8C96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B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D7F84-AF63-4E2C-AA9D-F7F9DF58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2074C-720C-4EEC-8FEF-C7968259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general/ for public pages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user/ for customer workflows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admin/ for management tools</a:t>
            </a:r>
          </a:p>
          <a:p xmlns:a="http://schemas.openxmlformats.org/drawingml/2006/main">
            <a:pPr algn="l">
              <a:defRPr sz="1050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includes/ for config, translations, and reusable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5EF7B-D507-4D56-B569-4EC52DE2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C58A74-4A07-4C80-8E14-7BD9055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45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The architecture is simple enough to understand, but rich enough to demonstrate real system design thinking.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74A3D-8AAF-4184-9E0A-CE180C97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4AC21-7420-4E72-8E64-A3513EED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76900"/>
            <a:ext cx="10458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This structure also makes the project easier to maintain and extend.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0791C6-C0AA-4810-B0E1-B255425F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8D305-5540-41A5-A596-D04B462C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From folders to responsibilities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CE2E4-91F5-41CD-8316-7E9F7872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13</a:t>
            </a:r>
          </a:p>
        </p:txBody>
      </p:sp>
    </p:spTree>
    <p:extLst>
      <p:ext uri="{BB962C8B-B14F-4D97-AF65-F5344CB8AC3E}">
        <p14:creationId xmlns:p14="http://schemas.microsoft.com/office/powerpoint/2010/main" val="40719589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55440-0009-4172-A8F6-64317BD3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1D702-01DC-4753-B3BA-C3D7DAE5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F9969-803F-47C8-A701-AEB00F7C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6967F-FFD7-4CAA-9715-AB8DE69F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01083-54BA-4F1A-B919-49B33ECA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6FE21-C796-438B-902E-06CC4294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What makes the system academically solid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58ED3-47B5-4EE0-BD69-119E814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Data, security, and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624A1-19FC-4C96-B66D-FB8A7C24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AF3C2-084E-4A8E-ACA5-B2E16AD4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3524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1E574-787B-4C6B-B740-524C179E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17CEA-1941-4E08-AD73-D7179EA2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Database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477B6-4893-4E3C-92FF-32164AD4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595FC-2A44-4E88-9DA0-59FE05A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User-linked bookings and store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C710F-EDF2-4CB0-ACEC-DE983125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7E7CA-A515-4172-9E42-9036A72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Room-aware booking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3F954-9F52-4CE3-9B7C-10911689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171A0-E6F8-4260-BE99-D9BD579E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Stock updates after purchases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EEDF2-90BB-49B3-B990-9E56626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D9EC8-3D29-44BF-A717-E1CCA32E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Pending vs paid payment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1E880-46F6-422F-99A4-E9F7E69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FDDCAB-B3EA-489E-A249-AB509D0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Notification records for system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A6F8D-84AC-49A9-8893-412A0423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242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C4993-03B1-412B-A730-3102DEED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48976-B42A-4C47-8FE3-A3ADD148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24000"/>
            <a:ext cx="320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Security choices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1CD71-16F4-4761-8197-B430236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EC1F6-523B-4257-A1BB-7752B20B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Prepared statements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F62D8E-CF72-45F6-BEB0-1F8F1F8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62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A1C14-913A-4744-8A10-F73ABA4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password_hash and password_verify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34D5F6-CF17-44B2-8666-1F6DDEC9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57F8D-ECF1-404F-A06D-80C6003E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098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Validation of dates, phone numbers, and booking logic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180E73-9B8C-412C-B7C2-71BC8B9D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3C02AD-8E2B-4B15-B1F0-D5607D4C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Role-based access checks in admin flows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3CE98-CA66-416E-9568-7BBC0002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89ABE-9EDD-4CD7-B411-6F6AC5C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264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Token-based reset password 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32CAB9-8D62-494F-BD9B-60E9AEA6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3505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C2D"/>
          </a:solidFill>
          <a:ln xmlns:a="http://schemas.openxmlformats.org/drawingml/2006/main" w="11430">
            <a:solidFill>
              <a:srgbClr val="2947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E83C57-9271-4211-B84A-9BF7915A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52550"/>
            <a:ext cx="76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8FA349-B1D4-445D-84CA-FC9283F8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181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Reliability mindset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B6E37-8249-4791-BE00-1D37557C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B9D0F5-C909-4889-A543-D1B6CCC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621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Status normalization across booking and store records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432F4-18F7-4876-8162-B4BBCE77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D77909-877F-4B87-81C2-E3D6893F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5742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Consistent admin confirmation path for pending payments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C60D99-D62C-4A77-88D0-E1191302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47B6F5-8ED7-42F0-9AE8-F05BAAFA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Centralized helper functions for shared rules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68500D-056C-44DC-84F8-40CF1771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24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031AE7-769F-4490-9BFE-0EDA5B8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47975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Internal notification tracking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59F6AD-193F-412A-90AE-4F519F33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CB2AF6-A5FF-4D06-9E66-1CDABA53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647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Schema bootstrap and compatibility helpers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71B065-8D1E-4E8E-B006-F5511890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725C49-8364-4440-BCC9-7B59198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Why this is more than frontend work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E1130B-27C5-448F-9997-4C5D5247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14</a:t>
            </a:r>
          </a:p>
        </p:txBody>
      </p:sp>
    </p:spTree>
    <p:extLst>
      <p:ext uri="{BB962C8B-B14F-4D97-AF65-F5344CB8AC3E}">
        <p14:creationId xmlns:p14="http://schemas.microsoft.com/office/powerpoint/2010/main" val="14214906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9103D-5485-4A96-A5B6-FB9F8D51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3D2CC-ABBA-4F44-847D-86EBE867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0303B-92C6-4031-A1E3-49C4FBB2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1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C80B9-0160-4028-8D2A-9DC3F9ED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38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47B07-8A10-4DE0-BFA1-7FF67418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FA90C-360D-49CE-8AFA-ED9BFF50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D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D8FF"/>
                </a:solidFill>
                <a:latin typeface="Aptos"/>
                <a:ea typeface="Aptos"/>
                <a:cs typeface="Aptos"/>
              </a:rPr>
              <a:t>Why this project deserves full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EA966-FCBA-4D05-B35C-45EA1BF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72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Final 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940C-E782-46E5-8B65-40F1EE2E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BFD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4C93E-A2C9-4967-B72A-DCBF83C8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FAMOUS GAMING is not a simple website — it is a connected service 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9E97B-55D9-49F1-93F5-6F0DB982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685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FD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FD4"/>
                </a:solidFill>
                <a:latin typeface="Aptos"/>
                <a:ea typeface="Aptos"/>
                <a:cs typeface="Aptos"/>
              </a:rPr>
              <a:t>It combines business logic, user experience, operations management, and technical implementation in one complete academic project.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B9406-BBBB-4DBF-B245-0AE4A34B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151D1-1B01-4F91-BFC9-B110C31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645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solves a real business 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C2B56-6656-4915-A5DC-7B6FDEE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90AEF-2C1F-4467-A4B3-76B4F48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645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supports customer flow and admin flow together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17D5A-5841-480C-9C12-8F6854E6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0885E1-9165-4738-B6D7-9070A0B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645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includes booking, store, payment, notifications, and control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A551C-8029-4F37-839F-59A21A9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FB5EC-3D18-4F8F-9333-FD08100B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645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demonstrates database thinking, validation, and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B7BC5-32CE-40DB-8437-4AD6B2C6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1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3627C-CE1A-4133-9A20-0F8D6B6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645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8FC"/>
                </a:solidFill>
                <a:latin typeface="Aptos"/>
                <a:ea typeface="Aptos"/>
                <a:cs typeface="Aptos"/>
              </a:rPr>
              <a:t>It is presentation-ready and scalable for future development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1000DA-675B-46A1-8E05-0116CFE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928"/>
          </a:solidFill>
          <a:ln xmlns:a="http://schemas.openxmlformats.org/drawingml/2006/main" w="9525">
            <a:solidFill>
              <a:srgbClr val="2947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73770-B99F-4848-8DFA-E7703AD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3A945F-FC48-4F4C-9499-6F38CF00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72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EE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8EEFF"/>
                </a:solidFill>
                <a:latin typeface="Aptos"/>
                <a:ea typeface="Aptos"/>
                <a:cs typeface="Aptos"/>
              </a:rPr>
              <a:t>Best closing line: We did not build separate features — we built one coherent operational system.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B7423-B7C1-4403-AD61-45DCA45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D41E82-5DD6-444F-9FDC-4B2DDDB3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Thank you | Q&amp;A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41BD6-DED3-48EA-ACA3-C8C62892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913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F95A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F95AB"/>
                </a:solidFill>
                <a:latin typeface="Aptos"/>
                <a:ea typeface="Aptos"/>
                <a:cs typeface="Aptos"/>
              </a:rPr>
              <a:t>Slide 15</a:t>
            </a:r>
          </a:p>
        </p:txBody>
      </p:sp>
    </p:spTree>
    <p:extLst>
      <p:ext uri="{BB962C8B-B14F-4D97-AF65-F5344CB8AC3E}">
        <p14:creationId xmlns:p14="http://schemas.microsoft.com/office/powerpoint/2010/main" val="711485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2026-06-03T12:23:30.5370000Z</dcterms:created>
  <dcterms:modified xsi:type="dcterms:W3CDTF">2026-06-03T12:23:30.5370000Z</dcterms:modified>
</coreProperties>
</file>